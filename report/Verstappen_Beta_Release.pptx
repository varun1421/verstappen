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varun1421.github.io/Verstappen/" TargetMode="External"/><Relationship Id="rId2" Type="http://schemas.openxmlformats.org/officeDocument/2006/relationships/hyperlink" Target="https://github.com/Varun1421/Verstappe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unny-affectionate-volta/mnt/Verstappen/verstapp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Dominance Redefined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Max Verstappen's 2023 Formula 1 Season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0" y="3291840"/>
            <a:ext cx="914400" cy="4572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BRAHMA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·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memory into measurement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remember 2023 as Verstappen's most dominant season — but 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dominance actually look like in the data?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moves past the headline statistic and decomposes Verstappen's 2023 season into four lenses: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race-by-race progression, teammate comparison, historical benchmarking, and cross-sport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011680" cy="11430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868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67512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out of 22 races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2148840"/>
            <a:ext cx="2011680" cy="11430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474720"/>
            <a:ext cx="2011680" cy="11430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for his teammate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 on dominance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0" cy="13716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Within-Season Dominance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championship gap grow race by race? Where did Verstappen separate from the field?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840480" cy="13716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56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vs. 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514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 drove the same RB19. If the car alone explained 2023, the comparison should look identical. It doesn't.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840480" cy="13716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History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2023 stack up against Ascari 1952, Clark 1963, Senna 1988, Schumacher 2004, Vettel 2013, Hamilton 2020?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840480" cy="13716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Cross-Sport Greats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Formula 1 — comparing Verstappen's season to peak performances in tennis, golf, and swimming.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Race-by-race championship progression — top 8 drivers, animated and scrubbable.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22199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Pause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cycles automatically; viewers can stop on any race.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81635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scrubber slider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90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jump to any of the 22 races.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hover-isolate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any bar dims the rest, isolating one driver against the field.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00507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86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with race detail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178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race name, cumulative points.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to live demo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Comparison + Small Multiples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car, different results — Verstappen vs. Pérez across six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22199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totals row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paired bars — points, wins, podiums, poles, fastest laps, points/race.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81635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6 small multiples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990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tracked race by race for both drivers, shared y-domain per column.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focus toolbar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Verstappen / Pérez / Show Both — Focus + Context interaction.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05072"/>
            <a:ext cx="164592" cy="16459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86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per race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178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name, round, cumulative metric, finishing position.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103120"/>
            <a:ext cx="2834640" cy="24688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85216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852160" y="3337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3337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car. Twice the points.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wins to 2.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to live demo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Coordinates — Historical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historically dominant F1 seasons — every metric normalized to a percentage so eras are directly comparable.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325880" cy="4114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2103120"/>
            <a:ext cx="1325880" cy="4114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1325880" cy="4114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103120"/>
            <a:ext cx="1325880" cy="4114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Lap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1325880" cy="4114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Capture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2103120"/>
            <a:ext cx="1325880" cy="41148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compared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64592" cy="164592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Verstappen 2023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3108960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907792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2020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Vettel 2013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310896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114032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Schumacher 2004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164592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575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Senna 1988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3611880"/>
            <a:ext cx="16459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2907792" y="3575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1963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164592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3575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Ascari 1952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Non-obvious finding: Senna 1988 had a 81% pole rate vs Verstappen's 55% — and Ascari 1952 hits 100% on win rate, podium rate AND reliability.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to live demo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 — Cross-Sport Dominance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cumulative distribution function. A curve that climbs sharply at low ranks = more dominant.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 under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97480" cy="18288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Trajectory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seasons of Verstappen's career as separate ECDFs. Real F1 finishing positions. The 'rise to the top' professor suggested.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97480" cy="18288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Comparator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overlaid with Hamilton's career at the same career stage. Same units, real data, direct generational comparison.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697480" cy="1828800"/>
          </a:xfrm>
          <a:prstGeom prst="rect">
            <a:avLst/>
          </a:prstGeom>
          <a:solidFill>
            <a:srgbClr val="0F141B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Cross-Sport (normalized)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Verstappen vs Federer / Tiger / Phelps. X-axis = 'percentile of field beaten' so the metric works across sports.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Bringing all three to peer review for feedback before committing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7315200" cy="1463040"/>
          </a:xfrm>
          <a:prstGeom prst="rect">
            <a:avLst/>
          </a:prstGeom>
          <a:solidFill>
            <a:srgbClr val="0F141B"/>
          </a:solidFill>
          <a:ln w="25400">
            <a:solidFill>
              <a:srgbClr val="FF4D4D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u="sng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https://varun1421.github.io/Verstappen/</a:t>
            </a:r>
            <a:endParaRPr lang="en-US" sz="240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github.com/Varun1421/Verstappen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D3.js · Interactive in any modern browser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Beta to Final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pending between now and the final presentation: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ECDF approach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2128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peer-review feedback on Paths A/B/C and commit to one. Verify any approximate data with web sources.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Scrollytelling intro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8529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four objective cards with a scroll-driven intro sequence (Optional Feature B in the proposal).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+ summaries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4930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hand-pointed callouts on each viz (e.g. 'Pérez retired here'); a 'season at a glance' stat band.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final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1330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refine usability, write the project report (Week 7), prepare the final presentation.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· May 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Dominance Redefined — Beta Release</dc:title>
  <dc:subject>PptxGenJS Presentation</dc:subject>
  <dc:creator>Varun Brahma</dc:creator>
  <cp:lastModifiedBy>Varun Brahma</cp:lastModifiedBy>
  <cp:revision>1</cp:revision>
  <dcterms:created xsi:type="dcterms:W3CDTF">2026-04-30T22:12:04Z</dcterms:created>
  <dcterms:modified xsi:type="dcterms:W3CDTF">2026-04-30T22:12:04Z</dcterms:modified>
</cp:coreProperties>
</file>